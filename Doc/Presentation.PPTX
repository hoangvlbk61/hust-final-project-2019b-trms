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4" r:id="rId9"/>
    <p:sldId id="262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2018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Người cao tuổi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0.11</c:v>
                </c:pt>
                <c:pt idx="1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D-4E5D-83E8-D3BC4706B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2020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2D-48A0-B725-A86AECD59FA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2D-48A0-B725-A86AECD59FA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Người cao tuổi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0.14000000000000001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2D-48A0-B725-A86AECD59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2025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AD-4733-961E-D21CD865F1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6AD-4733-961E-D21CD865F1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Người cao tuổi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0.18</c:v>
                </c:pt>
                <c:pt idx="1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AD-4733-961E-D21CD865F1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2030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17-451E-A325-3B6F813C69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17-451E-A325-3B6F813C69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Người cao tuổi</c:v>
                </c:pt>
                <c:pt idx="1">
                  <c:v>Còn lại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17-451E-A325-3B6F813C6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2018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explosion val="1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90-4061-810B-9088B9D836B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90-4061-810B-9088B9D836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Mắc bệnh mãn tính</c:v>
                </c:pt>
                <c:pt idx="1">
                  <c:v>Khác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90-4061-810B-9088B9D83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76F159-49E1-4416-B9E2-54DD5DDFA089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F16F65B-49F7-4CC2-B746-0913BD27C1E5}">
      <dgm:prSet phldrT="[Text]" custT="1"/>
      <dgm:spPr/>
      <dgm:t>
        <a:bodyPr/>
        <a:lstStyle/>
        <a:p>
          <a:r>
            <a:rPr lang="en-US" sz="2800" dirty="0">
              <a:latin typeface="+mj-lt"/>
              <a:cs typeface="Arial" panose="020B0604020202020204" pitchFamily="34" charset="0"/>
            </a:rPr>
            <a:t>1.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xương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khớp</a:t>
          </a:r>
          <a:endParaRPr lang="en-US" sz="2800" dirty="0">
            <a:latin typeface="+mj-lt"/>
            <a:cs typeface="Arial" panose="020B0604020202020204" pitchFamily="34" charset="0"/>
          </a:endParaRPr>
        </a:p>
      </dgm:t>
    </dgm:pt>
    <dgm:pt modelId="{2A8F1D31-ABA1-4DD2-B3BB-435F6B8FCA6A}" type="parTrans" cxnId="{2AE660D7-A089-48A5-91B5-84AD7B062F86}">
      <dgm:prSet/>
      <dgm:spPr/>
      <dgm:t>
        <a:bodyPr/>
        <a:lstStyle/>
        <a:p>
          <a:endParaRPr lang="en-US"/>
        </a:p>
      </dgm:t>
    </dgm:pt>
    <dgm:pt modelId="{29577D44-524D-4B87-A749-35A94F9638E7}" type="sibTrans" cxnId="{2AE660D7-A089-48A5-91B5-84AD7B062F86}">
      <dgm:prSet/>
      <dgm:spPr/>
      <dgm:t>
        <a:bodyPr/>
        <a:lstStyle/>
        <a:p>
          <a:endParaRPr lang="en-US"/>
        </a:p>
      </dgm:t>
    </dgm:pt>
    <dgm:pt modelId="{28EF8224-933E-4DA6-BED1-74CC1C97FA64}">
      <dgm:prSet phldrT="[Text]" custT="1"/>
      <dgm:spPr/>
      <dgm:t>
        <a:bodyPr/>
        <a:lstStyle/>
        <a:p>
          <a:r>
            <a:rPr lang="en-US" sz="2800" dirty="0">
              <a:latin typeface="+mj-lt"/>
              <a:cs typeface="Arial" panose="020B0604020202020204" pitchFamily="34" charset="0"/>
            </a:rPr>
            <a:t>2.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tim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mạch</a:t>
          </a:r>
          <a:endParaRPr lang="en-US" sz="2800" dirty="0">
            <a:latin typeface="+mj-lt"/>
            <a:cs typeface="Arial" panose="020B0604020202020204" pitchFamily="34" charset="0"/>
          </a:endParaRPr>
        </a:p>
      </dgm:t>
    </dgm:pt>
    <dgm:pt modelId="{51DDF731-366B-40C6-9D01-293EC760E8FA}" type="parTrans" cxnId="{8E61D6F6-6E32-45B9-BA3F-C13CB0ABFFCE}">
      <dgm:prSet/>
      <dgm:spPr/>
      <dgm:t>
        <a:bodyPr/>
        <a:lstStyle/>
        <a:p>
          <a:endParaRPr lang="en-US"/>
        </a:p>
      </dgm:t>
    </dgm:pt>
    <dgm:pt modelId="{1F656A3E-EC1A-4E2A-84F1-9AB0934499F7}" type="sibTrans" cxnId="{8E61D6F6-6E32-45B9-BA3F-C13CB0ABFFCE}">
      <dgm:prSet/>
      <dgm:spPr/>
      <dgm:t>
        <a:bodyPr/>
        <a:lstStyle/>
        <a:p>
          <a:endParaRPr lang="en-US"/>
        </a:p>
      </dgm:t>
    </dgm:pt>
    <dgm:pt modelId="{AC21FFB5-4BCA-4E0F-A1DA-F64B24069BE5}">
      <dgm:prSet phldrT="[Text]" custT="1"/>
      <dgm:spPr/>
      <dgm:t>
        <a:bodyPr/>
        <a:lstStyle/>
        <a:p>
          <a:r>
            <a:rPr lang="en-US" sz="2800" dirty="0">
              <a:latin typeface="+mj-lt"/>
              <a:cs typeface="Arial" panose="020B0604020202020204" pitchFamily="34" charset="0"/>
            </a:rPr>
            <a:t>3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.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huyết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áp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endParaRPr lang="en-US" sz="2800" dirty="0">
            <a:latin typeface="+mj-lt"/>
            <a:cs typeface="Arial" panose="020B0604020202020204" pitchFamily="34" charset="0"/>
          </a:endParaRPr>
        </a:p>
      </dgm:t>
    </dgm:pt>
    <dgm:pt modelId="{E680CA4C-E0D3-4213-9423-38374F069FE8}" type="parTrans" cxnId="{E99EB000-280F-47CE-8925-299272669C62}">
      <dgm:prSet/>
      <dgm:spPr/>
      <dgm:t>
        <a:bodyPr/>
        <a:lstStyle/>
        <a:p>
          <a:endParaRPr lang="en-US"/>
        </a:p>
      </dgm:t>
    </dgm:pt>
    <dgm:pt modelId="{28CD6EBD-FA84-4103-AADB-5946CAF651C9}" type="sibTrans" cxnId="{E99EB000-280F-47CE-8925-299272669C62}">
      <dgm:prSet/>
      <dgm:spPr/>
      <dgm:t>
        <a:bodyPr/>
        <a:lstStyle/>
        <a:p>
          <a:endParaRPr lang="en-US"/>
        </a:p>
      </dgm:t>
    </dgm:pt>
    <dgm:pt modelId="{EAA7BFA6-313E-482E-BC8B-1CDAB13D8C7F}">
      <dgm:prSet phldrT="[Text]" custT="1"/>
      <dgm:spPr/>
      <dgm:t>
        <a:bodyPr/>
        <a:lstStyle/>
        <a:p>
          <a:r>
            <a:rPr lang="en-US" sz="2800" dirty="0">
              <a:latin typeface="+mj-lt"/>
              <a:cs typeface="Arial" panose="020B0604020202020204" pitchFamily="34" charset="0"/>
            </a:rPr>
            <a:t>4.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Tiền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liệt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tuyến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và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rối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loạn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tiểu</a:t>
          </a:r>
          <a:r>
            <a:rPr lang="en-US" sz="28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dirty="0" err="1" smtClean="0">
              <a:latin typeface="+mj-lt"/>
              <a:cs typeface="Arial" panose="020B0604020202020204" pitchFamily="34" charset="0"/>
            </a:rPr>
            <a:t>tiện</a:t>
          </a:r>
          <a:endParaRPr lang="en-US" sz="2800" dirty="0">
            <a:latin typeface="+mj-lt"/>
            <a:cs typeface="Arial" panose="020B0604020202020204" pitchFamily="34" charset="0"/>
          </a:endParaRPr>
        </a:p>
      </dgm:t>
    </dgm:pt>
    <dgm:pt modelId="{9FCC6A98-AC79-4406-A6F4-D0CE026BDB14}" type="parTrans" cxnId="{1363DF87-C13C-46BB-8DBB-BD41661B8CD4}">
      <dgm:prSet/>
      <dgm:spPr/>
      <dgm:t>
        <a:bodyPr/>
        <a:lstStyle/>
        <a:p>
          <a:endParaRPr lang="en-US"/>
        </a:p>
      </dgm:t>
    </dgm:pt>
    <dgm:pt modelId="{21DE1C45-B6C4-4269-9F5C-0751EE61635B}" type="sibTrans" cxnId="{1363DF87-C13C-46BB-8DBB-BD41661B8CD4}">
      <dgm:prSet/>
      <dgm:spPr/>
      <dgm:t>
        <a:bodyPr/>
        <a:lstStyle/>
        <a:p>
          <a:endParaRPr lang="en-US"/>
        </a:p>
      </dgm:t>
    </dgm:pt>
    <dgm:pt modelId="{65A3F248-B1E5-4A64-9A17-634FB8E31022}" type="pres">
      <dgm:prSet presAssocID="{7476F159-49E1-4416-B9E2-54DD5DDFA08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44C1EB-2512-4F54-AAAB-6ED292E5BD0C}" type="pres">
      <dgm:prSet presAssocID="{2F16F65B-49F7-4CC2-B746-0913BD27C1E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62A412-F365-4BFC-A2F6-86B65457AE34}" type="pres">
      <dgm:prSet presAssocID="{29577D44-524D-4B87-A749-35A94F9638E7}" presName="spacer" presStyleCnt="0"/>
      <dgm:spPr/>
    </dgm:pt>
    <dgm:pt modelId="{99CC76DB-4961-49EB-B8AA-4B0D2A02A9CE}" type="pres">
      <dgm:prSet presAssocID="{28EF8224-933E-4DA6-BED1-74CC1C97FA6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2B01A4-5BA7-4F33-8945-4780990B5D01}" type="pres">
      <dgm:prSet presAssocID="{1F656A3E-EC1A-4E2A-84F1-9AB0934499F7}" presName="spacer" presStyleCnt="0"/>
      <dgm:spPr/>
    </dgm:pt>
    <dgm:pt modelId="{39211FF5-348C-4A76-AA9C-D351C9B1BAD2}" type="pres">
      <dgm:prSet presAssocID="{AC21FFB5-4BCA-4E0F-A1DA-F64B24069BE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A75AD1-5964-40EB-BBC1-F8104C8A613B}" type="pres">
      <dgm:prSet presAssocID="{28CD6EBD-FA84-4103-AADB-5946CAF651C9}" presName="spacer" presStyleCnt="0"/>
      <dgm:spPr/>
    </dgm:pt>
    <dgm:pt modelId="{3BD0414B-C050-44F0-BA25-8F96F8C8290C}" type="pres">
      <dgm:prSet presAssocID="{EAA7BFA6-313E-482E-BC8B-1CDAB13D8C7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363DF87-C13C-46BB-8DBB-BD41661B8CD4}" srcId="{7476F159-49E1-4416-B9E2-54DD5DDFA089}" destId="{EAA7BFA6-313E-482E-BC8B-1CDAB13D8C7F}" srcOrd="3" destOrd="0" parTransId="{9FCC6A98-AC79-4406-A6F4-D0CE026BDB14}" sibTransId="{21DE1C45-B6C4-4269-9F5C-0751EE61635B}"/>
    <dgm:cxn modelId="{596B40D7-0990-4A07-B93B-8B4F04B83560}" type="presOf" srcId="{28EF8224-933E-4DA6-BED1-74CC1C97FA64}" destId="{99CC76DB-4961-49EB-B8AA-4B0D2A02A9CE}" srcOrd="0" destOrd="0" presId="urn:microsoft.com/office/officeart/2005/8/layout/vList2"/>
    <dgm:cxn modelId="{2AE660D7-A089-48A5-91B5-84AD7B062F86}" srcId="{7476F159-49E1-4416-B9E2-54DD5DDFA089}" destId="{2F16F65B-49F7-4CC2-B746-0913BD27C1E5}" srcOrd="0" destOrd="0" parTransId="{2A8F1D31-ABA1-4DD2-B3BB-435F6B8FCA6A}" sibTransId="{29577D44-524D-4B87-A749-35A94F9638E7}"/>
    <dgm:cxn modelId="{8E61D6F6-6E32-45B9-BA3F-C13CB0ABFFCE}" srcId="{7476F159-49E1-4416-B9E2-54DD5DDFA089}" destId="{28EF8224-933E-4DA6-BED1-74CC1C97FA64}" srcOrd="1" destOrd="0" parTransId="{51DDF731-366B-40C6-9D01-293EC760E8FA}" sibTransId="{1F656A3E-EC1A-4E2A-84F1-9AB0934499F7}"/>
    <dgm:cxn modelId="{C8C644A4-B26B-4676-8036-926E72BB1AC6}" type="presOf" srcId="{EAA7BFA6-313E-482E-BC8B-1CDAB13D8C7F}" destId="{3BD0414B-C050-44F0-BA25-8F96F8C8290C}" srcOrd="0" destOrd="0" presId="urn:microsoft.com/office/officeart/2005/8/layout/vList2"/>
    <dgm:cxn modelId="{E99EB000-280F-47CE-8925-299272669C62}" srcId="{7476F159-49E1-4416-B9E2-54DD5DDFA089}" destId="{AC21FFB5-4BCA-4E0F-A1DA-F64B24069BE5}" srcOrd="2" destOrd="0" parTransId="{E680CA4C-E0D3-4213-9423-38374F069FE8}" sibTransId="{28CD6EBD-FA84-4103-AADB-5946CAF651C9}"/>
    <dgm:cxn modelId="{0C41FE70-5154-4602-9408-1F3E7753678F}" type="presOf" srcId="{7476F159-49E1-4416-B9E2-54DD5DDFA089}" destId="{65A3F248-B1E5-4A64-9A17-634FB8E31022}" srcOrd="0" destOrd="0" presId="urn:microsoft.com/office/officeart/2005/8/layout/vList2"/>
    <dgm:cxn modelId="{80F53FEE-6AEF-4160-B22B-8DB5FE12061F}" type="presOf" srcId="{2F16F65B-49F7-4CC2-B746-0913BD27C1E5}" destId="{9044C1EB-2512-4F54-AAAB-6ED292E5BD0C}" srcOrd="0" destOrd="0" presId="urn:microsoft.com/office/officeart/2005/8/layout/vList2"/>
    <dgm:cxn modelId="{D1A58AB4-6FDF-4314-B85C-CA3D1608017C}" type="presOf" srcId="{AC21FFB5-4BCA-4E0F-A1DA-F64B24069BE5}" destId="{39211FF5-348C-4A76-AA9C-D351C9B1BAD2}" srcOrd="0" destOrd="0" presId="urn:microsoft.com/office/officeart/2005/8/layout/vList2"/>
    <dgm:cxn modelId="{9DB012ED-C9EF-44FD-BDF4-04E8A796D6EB}" type="presParOf" srcId="{65A3F248-B1E5-4A64-9A17-634FB8E31022}" destId="{9044C1EB-2512-4F54-AAAB-6ED292E5BD0C}" srcOrd="0" destOrd="0" presId="urn:microsoft.com/office/officeart/2005/8/layout/vList2"/>
    <dgm:cxn modelId="{EE1C6189-CB6A-40FB-BCC6-9D41C8719675}" type="presParOf" srcId="{65A3F248-B1E5-4A64-9A17-634FB8E31022}" destId="{B462A412-F365-4BFC-A2F6-86B65457AE34}" srcOrd="1" destOrd="0" presId="urn:microsoft.com/office/officeart/2005/8/layout/vList2"/>
    <dgm:cxn modelId="{F0309CFD-048B-49A9-BF9C-91F614C565BF}" type="presParOf" srcId="{65A3F248-B1E5-4A64-9A17-634FB8E31022}" destId="{99CC76DB-4961-49EB-B8AA-4B0D2A02A9CE}" srcOrd="2" destOrd="0" presId="urn:microsoft.com/office/officeart/2005/8/layout/vList2"/>
    <dgm:cxn modelId="{B526ACF5-C5B2-403D-BD99-05D28889142F}" type="presParOf" srcId="{65A3F248-B1E5-4A64-9A17-634FB8E31022}" destId="{422B01A4-5BA7-4F33-8945-4780990B5D01}" srcOrd="3" destOrd="0" presId="urn:microsoft.com/office/officeart/2005/8/layout/vList2"/>
    <dgm:cxn modelId="{8513223B-CA12-484A-8886-5FB700CD2DCC}" type="presParOf" srcId="{65A3F248-B1E5-4A64-9A17-634FB8E31022}" destId="{39211FF5-348C-4A76-AA9C-D351C9B1BAD2}" srcOrd="4" destOrd="0" presId="urn:microsoft.com/office/officeart/2005/8/layout/vList2"/>
    <dgm:cxn modelId="{86EB0519-DA12-4933-8F09-364B214DACCE}" type="presParOf" srcId="{65A3F248-B1E5-4A64-9A17-634FB8E31022}" destId="{C8A75AD1-5964-40EB-BBC1-F8104C8A613B}" srcOrd="5" destOrd="0" presId="urn:microsoft.com/office/officeart/2005/8/layout/vList2"/>
    <dgm:cxn modelId="{AF140F69-55DB-4D14-B92A-C70E2DFC86D3}" type="presParOf" srcId="{65A3F248-B1E5-4A64-9A17-634FB8E31022}" destId="{3BD0414B-C050-44F0-BA25-8F96F8C829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4C1EB-2512-4F54-AAAB-6ED292E5BD0C}">
      <dsp:nvSpPr>
        <dsp:cNvPr id="0" name=""/>
        <dsp:cNvSpPr/>
      </dsp:nvSpPr>
      <dsp:spPr>
        <a:xfrm>
          <a:off x="0" y="5312"/>
          <a:ext cx="6676255" cy="678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+mj-lt"/>
              <a:cs typeface="Arial" panose="020B0604020202020204" pitchFamily="34" charset="0"/>
            </a:rPr>
            <a:t>1.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xương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khớp</a:t>
          </a:r>
          <a:endParaRPr lang="en-US" sz="2800" kern="1200" dirty="0">
            <a:latin typeface="+mj-lt"/>
            <a:cs typeface="Arial" panose="020B0604020202020204" pitchFamily="34" charset="0"/>
          </a:endParaRPr>
        </a:p>
      </dsp:txBody>
      <dsp:txXfrm>
        <a:off x="33127" y="38439"/>
        <a:ext cx="6610001" cy="612346"/>
      </dsp:txXfrm>
    </dsp:sp>
    <dsp:sp modelId="{99CC76DB-4961-49EB-B8AA-4B0D2A02A9CE}">
      <dsp:nvSpPr>
        <dsp:cNvPr id="0" name=""/>
        <dsp:cNvSpPr/>
      </dsp:nvSpPr>
      <dsp:spPr>
        <a:xfrm>
          <a:off x="0" y="712712"/>
          <a:ext cx="6676255" cy="678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+mj-lt"/>
              <a:cs typeface="Arial" panose="020B0604020202020204" pitchFamily="34" charset="0"/>
            </a:rPr>
            <a:t>2.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tim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mạch</a:t>
          </a:r>
          <a:endParaRPr lang="en-US" sz="2800" kern="1200" dirty="0">
            <a:latin typeface="+mj-lt"/>
            <a:cs typeface="Arial" panose="020B0604020202020204" pitchFamily="34" charset="0"/>
          </a:endParaRPr>
        </a:p>
      </dsp:txBody>
      <dsp:txXfrm>
        <a:off x="33127" y="745839"/>
        <a:ext cx="6610001" cy="612346"/>
      </dsp:txXfrm>
    </dsp:sp>
    <dsp:sp modelId="{39211FF5-348C-4A76-AA9C-D351C9B1BAD2}">
      <dsp:nvSpPr>
        <dsp:cNvPr id="0" name=""/>
        <dsp:cNvSpPr/>
      </dsp:nvSpPr>
      <dsp:spPr>
        <a:xfrm>
          <a:off x="0" y="1420113"/>
          <a:ext cx="6676255" cy="678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+mj-lt"/>
              <a:cs typeface="Arial" panose="020B0604020202020204" pitchFamily="34" charset="0"/>
            </a:rPr>
            <a:t>3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.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Bệnh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huyết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áp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endParaRPr lang="en-US" sz="2800" kern="1200" dirty="0">
            <a:latin typeface="+mj-lt"/>
            <a:cs typeface="Arial" panose="020B0604020202020204" pitchFamily="34" charset="0"/>
          </a:endParaRPr>
        </a:p>
      </dsp:txBody>
      <dsp:txXfrm>
        <a:off x="33127" y="1453240"/>
        <a:ext cx="6610001" cy="612346"/>
      </dsp:txXfrm>
    </dsp:sp>
    <dsp:sp modelId="{3BD0414B-C050-44F0-BA25-8F96F8C8290C}">
      <dsp:nvSpPr>
        <dsp:cNvPr id="0" name=""/>
        <dsp:cNvSpPr/>
      </dsp:nvSpPr>
      <dsp:spPr>
        <a:xfrm>
          <a:off x="0" y="2127513"/>
          <a:ext cx="6676255" cy="678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+mj-lt"/>
              <a:cs typeface="Arial" panose="020B0604020202020204" pitchFamily="34" charset="0"/>
            </a:rPr>
            <a:t>4.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Tiền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liệt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tuyến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và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rối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loạn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tiểu</a:t>
          </a:r>
          <a:r>
            <a:rPr lang="en-US" sz="2800" kern="1200" dirty="0" smtClean="0">
              <a:latin typeface="+mj-lt"/>
              <a:cs typeface="Arial" panose="020B0604020202020204" pitchFamily="34" charset="0"/>
            </a:rPr>
            <a:t> </a:t>
          </a:r>
          <a:r>
            <a:rPr lang="en-US" sz="2800" kern="1200" dirty="0" err="1" smtClean="0">
              <a:latin typeface="+mj-lt"/>
              <a:cs typeface="Arial" panose="020B0604020202020204" pitchFamily="34" charset="0"/>
            </a:rPr>
            <a:t>tiện</a:t>
          </a:r>
          <a:endParaRPr lang="en-US" sz="2800" kern="1200" dirty="0">
            <a:latin typeface="+mj-lt"/>
            <a:cs typeface="Arial" panose="020B0604020202020204" pitchFamily="34" charset="0"/>
          </a:endParaRPr>
        </a:p>
      </dsp:txBody>
      <dsp:txXfrm>
        <a:off x="33127" y="2160640"/>
        <a:ext cx="6610001" cy="612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93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1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44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5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3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6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3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6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0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3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3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DDCA62-2A69-4F01-9E41-038E948DE023}" type="datetimeFigureOut">
              <a:rPr lang="en-US" smtClean="0"/>
              <a:t>22/3/2020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64FA3B-D7F8-40C7-94B9-6FCC0DA0C13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94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051375"/>
          </a:xfrm>
        </p:spPr>
        <p:txBody>
          <a:bodyPr>
            <a:normAutofit/>
          </a:bodyPr>
          <a:lstStyle/>
          <a:p>
            <a:pPr algn="ctr"/>
            <a:r>
              <a:rPr lang="en-US" sz="6400" b="1" dirty="0" err="1" smtClean="0">
                <a:cs typeface="Arial" panose="020B0604020202020204" pitchFamily="34" charset="0"/>
              </a:rPr>
              <a:t>Báo</a:t>
            </a:r>
            <a:r>
              <a:rPr lang="en-US" sz="6400" b="1" dirty="0" smtClean="0">
                <a:cs typeface="Arial" panose="020B0604020202020204" pitchFamily="34" charset="0"/>
              </a:rPr>
              <a:t> </a:t>
            </a:r>
            <a:r>
              <a:rPr lang="en-US" sz="6400" b="1" dirty="0" err="1" smtClean="0">
                <a:cs typeface="Arial" panose="020B0604020202020204" pitchFamily="34" charset="0"/>
              </a:rPr>
              <a:t>cáo</a:t>
            </a:r>
            <a:r>
              <a:rPr lang="en-US" sz="6400" b="1" dirty="0" smtClean="0">
                <a:cs typeface="Arial" panose="020B0604020202020204" pitchFamily="34" charset="0"/>
              </a:rPr>
              <a:t> </a:t>
            </a:r>
            <a:r>
              <a:rPr lang="en-US" sz="6400" b="1" dirty="0" err="1" smtClean="0">
                <a:cs typeface="Arial" panose="020B0604020202020204" pitchFamily="34" charset="0"/>
              </a:rPr>
              <a:t>đồ</a:t>
            </a:r>
            <a:r>
              <a:rPr lang="en-US" sz="6400" b="1" dirty="0" smtClean="0">
                <a:cs typeface="Arial" panose="020B0604020202020204" pitchFamily="34" charset="0"/>
              </a:rPr>
              <a:t> </a:t>
            </a:r>
            <a:r>
              <a:rPr lang="en-US" sz="6400" b="1" dirty="0" err="1" smtClean="0">
                <a:cs typeface="Arial" panose="020B0604020202020204" pitchFamily="34" charset="0"/>
              </a:rPr>
              <a:t>án</a:t>
            </a:r>
            <a:r>
              <a:rPr lang="en-US" sz="6400" b="1" dirty="0" smtClean="0">
                <a:cs typeface="Arial" panose="020B0604020202020204" pitchFamily="34" charset="0"/>
              </a:rPr>
              <a:t> </a:t>
            </a:r>
            <a:r>
              <a:rPr lang="en-US" sz="6400" b="1" dirty="0" err="1" smtClean="0">
                <a:cs typeface="Arial" panose="020B0604020202020204" pitchFamily="34" charset="0"/>
              </a:rPr>
              <a:t>tốt</a:t>
            </a:r>
            <a:r>
              <a:rPr lang="en-US" sz="6400" b="1" dirty="0" smtClean="0">
                <a:cs typeface="Arial" panose="020B0604020202020204" pitchFamily="34" charset="0"/>
              </a:rPr>
              <a:t> </a:t>
            </a:r>
            <a:r>
              <a:rPr lang="en-US" sz="6400" b="1" dirty="0" err="1" smtClean="0">
                <a:cs typeface="Arial" panose="020B0604020202020204" pitchFamily="34" charset="0"/>
              </a:rPr>
              <a:t>nghiệp</a:t>
            </a:r>
            <a:endParaRPr lang="en-US" sz="54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: PGS TS </a:t>
            </a:r>
            <a:r>
              <a:rPr lang="en-US" dirty="0" err="1" smtClean="0"/>
              <a:t>Trần</a:t>
            </a:r>
            <a:r>
              <a:rPr lang="en-US" dirty="0" smtClean="0"/>
              <a:t> </a:t>
            </a:r>
            <a:r>
              <a:rPr lang="en-US" dirty="0" err="1" smtClean="0"/>
              <a:t>đình</a:t>
            </a:r>
            <a:r>
              <a:rPr lang="en-US" dirty="0" smtClean="0"/>
              <a:t> </a:t>
            </a:r>
            <a:r>
              <a:rPr lang="en-US" dirty="0" err="1" smtClean="0"/>
              <a:t>khang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: </a:t>
            </a:r>
            <a:r>
              <a:rPr lang="en-US" dirty="0" err="1" smtClean="0"/>
              <a:t>Vũ</a:t>
            </a:r>
            <a:r>
              <a:rPr lang="en-US" dirty="0" smtClean="0"/>
              <a:t> </a:t>
            </a:r>
            <a:r>
              <a:rPr lang="en-US" dirty="0" err="1" smtClean="0"/>
              <a:t>Lê</a:t>
            </a:r>
            <a:r>
              <a:rPr lang="en-US" dirty="0" smtClean="0"/>
              <a:t> </a:t>
            </a:r>
            <a:r>
              <a:rPr lang="en-US" dirty="0" err="1" smtClean="0"/>
              <a:t>Hoàng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47025" y="1810327"/>
            <a:ext cx="83589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+mj-lt"/>
                <a:cs typeface="Arial" panose="020B0604020202020204" pitchFamily="34" charset="0"/>
              </a:rPr>
              <a:t>Hệ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thống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quản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lý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bệnh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án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tích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hợp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nhận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diện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khuôn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+mj-lt"/>
                <a:cs typeface="Arial" panose="020B0604020202020204" pitchFamily="34" charset="0"/>
              </a:rPr>
              <a:t>mặt</a:t>
            </a:r>
            <a:endParaRPr lang="en-US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502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484751"/>
            <a:ext cx="5316413" cy="29890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6788727" y="2041236"/>
            <a:ext cx="508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Multiplication Sign 8"/>
          <p:cNvSpPr/>
          <p:nvPr/>
        </p:nvSpPr>
        <p:spPr>
          <a:xfrm>
            <a:off x="6633023" y="2041236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47423" y="2161585"/>
            <a:ext cx="2529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 smtClean="0"/>
              <a:t>Nhược</a:t>
            </a:r>
            <a:r>
              <a:rPr lang="en-US" sz="3600" dirty="0" smtClean="0"/>
              <a:t> </a:t>
            </a:r>
            <a:r>
              <a:rPr lang="en-US" sz="3600" dirty="0" err="1" smtClean="0"/>
              <a:t>điểm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6788727" y="2955636"/>
            <a:ext cx="48121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Dễ</a:t>
            </a:r>
            <a:r>
              <a:rPr lang="en-US" sz="3200" dirty="0" smtClean="0"/>
              <a:t> </a:t>
            </a:r>
            <a:r>
              <a:rPr lang="en-US" sz="3200" dirty="0" err="1" smtClean="0"/>
              <a:t>hỏng</a:t>
            </a:r>
            <a:r>
              <a:rPr lang="en-US" sz="3200" dirty="0" smtClean="0"/>
              <a:t>, </a:t>
            </a:r>
            <a:r>
              <a:rPr lang="en-US" sz="3200" dirty="0" err="1" smtClean="0"/>
              <a:t>dễ</a:t>
            </a:r>
            <a:r>
              <a:rPr lang="en-US" sz="3200" dirty="0" smtClean="0"/>
              <a:t> </a:t>
            </a:r>
            <a:r>
              <a:rPr lang="en-US" sz="3200" dirty="0" err="1" smtClean="0"/>
              <a:t>mất</a:t>
            </a:r>
            <a:r>
              <a:rPr lang="en-US" sz="32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Khó</a:t>
            </a:r>
            <a:r>
              <a:rPr lang="en-US" sz="3200" dirty="0" smtClean="0"/>
              <a:t> </a:t>
            </a:r>
            <a:r>
              <a:rPr lang="en-US" sz="3200" dirty="0" err="1" smtClean="0"/>
              <a:t>theo</a:t>
            </a:r>
            <a:r>
              <a:rPr lang="en-US" sz="3200" dirty="0" smtClean="0"/>
              <a:t> </a:t>
            </a:r>
            <a:r>
              <a:rPr lang="en-US" sz="3200" dirty="0" err="1" smtClean="0"/>
              <a:t>dõi</a:t>
            </a:r>
            <a:r>
              <a:rPr lang="en-US" sz="3200" dirty="0" smtClean="0"/>
              <a:t> </a:t>
            </a:r>
            <a:r>
              <a:rPr lang="en-US" sz="3200" dirty="0" err="1" smtClean="0"/>
              <a:t>thông</a:t>
            </a:r>
            <a:r>
              <a:rPr lang="en-US" sz="3200" dirty="0" smtClean="0"/>
              <a:t> tin </a:t>
            </a:r>
            <a:r>
              <a:rPr lang="en-US" sz="3200" dirty="0" err="1" smtClean="0"/>
              <a:t>bệnh</a:t>
            </a:r>
            <a:r>
              <a:rPr lang="en-US" sz="3200" dirty="0" smtClean="0"/>
              <a:t> </a:t>
            </a:r>
            <a:r>
              <a:rPr lang="en-US" sz="3200" dirty="0" err="1" smtClean="0"/>
              <a:t>án</a:t>
            </a:r>
            <a:r>
              <a:rPr lang="en-US" sz="32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 smtClean="0"/>
              <a:t>Khó</a:t>
            </a:r>
            <a:r>
              <a:rPr lang="en-US" sz="3200" dirty="0" smtClean="0"/>
              <a:t> </a:t>
            </a:r>
            <a:r>
              <a:rPr lang="en-US" sz="3200" dirty="0" err="1" smtClean="0"/>
              <a:t>khăn</a:t>
            </a:r>
            <a:r>
              <a:rPr lang="en-US" sz="3200" dirty="0" smtClean="0"/>
              <a:t> </a:t>
            </a:r>
            <a:r>
              <a:rPr lang="en-US" sz="3200" dirty="0" err="1" smtClean="0"/>
              <a:t>với</a:t>
            </a:r>
            <a:r>
              <a:rPr lang="en-US" sz="3200" dirty="0" smtClean="0"/>
              <a:t> </a:t>
            </a:r>
            <a:r>
              <a:rPr lang="en-US" sz="3200" dirty="0" err="1" smtClean="0"/>
              <a:t>bệnh</a:t>
            </a:r>
            <a:r>
              <a:rPr lang="en-US" sz="3200" dirty="0" smtClean="0"/>
              <a:t> </a:t>
            </a:r>
            <a:r>
              <a:rPr lang="en-US" sz="3200" dirty="0" err="1" smtClean="0"/>
              <a:t>nhân</a:t>
            </a:r>
            <a:r>
              <a:rPr lang="en-US" sz="3200" dirty="0" smtClean="0"/>
              <a:t> </a:t>
            </a:r>
            <a:r>
              <a:rPr lang="en-US" sz="3200" dirty="0" err="1" smtClean="0"/>
              <a:t>cao</a:t>
            </a:r>
            <a:r>
              <a:rPr lang="en-US" sz="3200" dirty="0" smtClean="0"/>
              <a:t> </a:t>
            </a:r>
            <a:r>
              <a:rPr lang="en-US" sz="3200" dirty="0" err="1" smtClean="0"/>
              <a:t>tuổi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1471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085430"/>
              </p:ext>
            </p:extLst>
          </p:nvPr>
        </p:nvGraphicFramePr>
        <p:xfrm>
          <a:off x="1096965" y="2480553"/>
          <a:ext cx="2667640" cy="338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062009"/>
              </p:ext>
            </p:extLst>
          </p:nvPr>
        </p:nvGraphicFramePr>
        <p:xfrm>
          <a:off x="3484781" y="2480553"/>
          <a:ext cx="2641699" cy="338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790180"/>
              </p:ext>
            </p:extLst>
          </p:nvPr>
        </p:nvGraphicFramePr>
        <p:xfrm>
          <a:off x="5830444" y="2480553"/>
          <a:ext cx="2683852" cy="338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209987"/>
              </p:ext>
            </p:extLst>
          </p:nvPr>
        </p:nvGraphicFramePr>
        <p:xfrm>
          <a:off x="8514296" y="2480553"/>
          <a:ext cx="2683852" cy="3388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45923" y="1887166"/>
            <a:ext cx="7354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Tỉ</a:t>
            </a:r>
            <a:r>
              <a:rPr lang="en-US" sz="32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lệ</a:t>
            </a:r>
            <a:r>
              <a:rPr lang="en-US" sz="32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dân</a:t>
            </a:r>
            <a:r>
              <a:rPr lang="en-US" sz="32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số</a:t>
            </a:r>
            <a:r>
              <a:rPr lang="en-US" sz="3200" dirty="0" smtClean="0">
                <a:latin typeface="+mj-lt"/>
                <a:cs typeface="Arial" panose="020B0604020202020204" pitchFamily="34" charset="0"/>
              </a:rPr>
              <a:t> qua </a:t>
            </a:r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các</a:t>
            </a:r>
            <a:r>
              <a:rPr lang="en-US" sz="32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+mj-lt"/>
                <a:cs typeface="Arial" panose="020B0604020202020204" pitchFamily="34" charset="0"/>
              </a:rPr>
              <a:t>năm</a:t>
            </a:r>
            <a:endParaRPr lang="en-US" sz="32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73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graphicFrame>
        <p:nvGraphicFramePr>
          <p:cNvPr id="4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706762"/>
              </p:ext>
            </p:extLst>
          </p:nvPr>
        </p:nvGraphicFramePr>
        <p:xfrm>
          <a:off x="1096962" y="1846263"/>
          <a:ext cx="3085931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192756417"/>
              </p:ext>
            </p:extLst>
          </p:nvPr>
        </p:nvGraphicFramePr>
        <p:xfrm>
          <a:off x="4744017" y="1994038"/>
          <a:ext cx="6676255" cy="2811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rrow: Right 6"/>
          <p:cNvSpPr/>
          <p:nvPr/>
        </p:nvSpPr>
        <p:spPr>
          <a:xfrm>
            <a:off x="4744017" y="5062142"/>
            <a:ext cx="898026" cy="746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904690" y="5145932"/>
            <a:ext cx="4826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Cần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khám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và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tái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khám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nhiều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+mj-lt"/>
                <a:cs typeface="Arial" panose="020B0604020202020204" pitchFamily="34" charset="0"/>
              </a:rPr>
              <a:t>lần</a:t>
            </a:r>
            <a:r>
              <a:rPr lang="en-US" sz="2800" dirty="0" smtClean="0">
                <a:latin typeface="+mj-lt"/>
                <a:cs typeface="Arial" panose="020B0604020202020204" pitchFamily="34" charset="0"/>
              </a:rPr>
              <a:t> </a:t>
            </a:r>
            <a:endParaRPr lang="en-US" sz="28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0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pic>
        <p:nvPicPr>
          <p:cNvPr id="1028" name="Picture 4" descr="Kết quả hình ảnh cho millennia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101174"/>
            <a:ext cx="6096000" cy="3810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383294" y="2256817"/>
            <a:ext cx="34922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/>
              <a:t>Nhanh</a:t>
            </a:r>
            <a:r>
              <a:rPr lang="en-US" sz="2800" dirty="0" smtClean="0"/>
              <a:t> </a:t>
            </a:r>
            <a:r>
              <a:rPr lang="en-US" sz="2800" dirty="0" err="1" smtClean="0"/>
              <a:t>chóng</a:t>
            </a:r>
            <a:r>
              <a:rPr lang="en-US" sz="2800" dirty="0" smtClean="0"/>
              <a:t> </a:t>
            </a:r>
            <a:r>
              <a:rPr lang="en-US" sz="2800" dirty="0" err="1" smtClean="0"/>
              <a:t>thích</a:t>
            </a:r>
            <a:r>
              <a:rPr lang="en-US" sz="2800" dirty="0" smtClean="0"/>
              <a:t> </a:t>
            </a:r>
            <a:r>
              <a:rPr lang="en-US" sz="2800" dirty="0" err="1" smtClean="0"/>
              <a:t>nghi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công</a:t>
            </a:r>
            <a:r>
              <a:rPr lang="en-US" sz="2800" dirty="0" smtClean="0"/>
              <a:t> </a:t>
            </a:r>
            <a:r>
              <a:rPr lang="en-US" sz="2800" dirty="0" err="1" smtClean="0"/>
              <a:t>nghệ</a:t>
            </a:r>
            <a:r>
              <a:rPr lang="en-US" sz="2800" dirty="0" smtClean="0"/>
              <a:t> </a:t>
            </a:r>
            <a:r>
              <a:rPr lang="en-US" sz="2800" dirty="0" err="1" smtClean="0"/>
              <a:t>mới</a:t>
            </a:r>
            <a:r>
              <a:rPr lang="en-US" sz="28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/>
              <a:t>Ưu</a:t>
            </a:r>
            <a:r>
              <a:rPr lang="en-US" sz="2800" dirty="0" smtClean="0"/>
              <a:t> </a:t>
            </a:r>
            <a:r>
              <a:rPr lang="en-US" sz="2800" dirty="0" err="1" smtClean="0"/>
              <a:t>tiên</a:t>
            </a:r>
            <a:r>
              <a:rPr lang="en-US" sz="2800" dirty="0" smtClean="0"/>
              <a:t> </a:t>
            </a:r>
            <a:r>
              <a:rPr lang="en-US" sz="2800" dirty="0" err="1" smtClean="0"/>
              <a:t>sử</a:t>
            </a:r>
            <a:r>
              <a:rPr lang="en-US" sz="2800" dirty="0" smtClean="0"/>
              <a:t> </a:t>
            </a:r>
            <a:r>
              <a:rPr lang="en-US" sz="2800" dirty="0" err="1" smtClean="0"/>
              <a:t>dụng</a:t>
            </a:r>
            <a:r>
              <a:rPr lang="en-US" sz="2800" dirty="0" smtClean="0"/>
              <a:t> </a:t>
            </a:r>
            <a:r>
              <a:rPr lang="en-US" sz="2800" dirty="0" err="1" smtClean="0"/>
              <a:t>những</a:t>
            </a:r>
            <a:r>
              <a:rPr lang="en-US" sz="2800" dirty="0" smtClean="0"/>
              <a:t> </a:t>
            </a:r>
            <a:r>
              <a:rPr lang="en-US" sz="2800" dirty="0" err="1" smtClean="0"/>
              <a:t>công</a:t>
            </a:r>
            <a:r>
              <a:rPr lang="en-US" sz="2800" dirty="0" smtClean="0"/>
              <a:t> </a:t>
            </a:r>
            <a:r>
              <a:rPr lang="en-US" sz="2800" dirty="0" err="1" smtClean="0"/>
              <a:t>nghệ</a:t>
            </a:r>
            <a:r>
              <a:rPr lang="en-US" sz="2800" dirty="0" smtClean="0"/>
              <a:t> </a:t>
            </a:r>
            <a:r>
              <a:rPr lang="en-US" sz="2800" dirty="0" err="1" smtClean="0"/>
              <a:t>mới</a:t>
            </a:r>
            <a:r>
              <a:rPr lang="en-US" sz="2800" dirty="0" smtClean="0"/>
              <a:t> </a:t>
            </a:r>
            <a:r>
              <a:rPr lang="en-US" sz="2800" dirty="0" err="1" smtClean="0"/>
              <a:t>này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8226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toán</a:t>
            </a:r>
            <a:r>
              <a:rPr lang="en-US" b="1" dirty="0" smtClean="0"/>
              <a:t> </a:t>
            </a:r>
            <a:r>
              <a:rPr lang="en-US" b="1" dirty="0" err="1" smtClean="0"/>
              <a:t>đặt</a:t>
            </a:r>
            <a:r>
              <a:rPr lang="en-US" b="1" dirty="0" smtClean="0"/>
              <a:t> </a:t>
            </a:r>
            <a:r>
              <a:rPr lang="en-US" b="1" dirty="0" err="1" smtClean="0"/>
              <a:t>ra</a:t>
            </a:r>
            <a:r>
              <a:rPr lang="en-US" b="1" dirty="0" smtClean="0"/>
              <a:t>: </a:t>
            </a:r>
          </a:p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bệnh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: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bệnh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bệnh</a:t>
            </a:r>
            <a:endParaRPr lang="en-US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thuốc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hẹn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 descr="Kết quả hình ảnh cho medicin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262" y="3930222"/>
            <a:ext cx="750915" cy="75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ết quả hình ảnh cho appointment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437" y="5248114"/>
            <a:ext cx="728229" cy="72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ết quả hình ảnh cho treatment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666" y="4589123"/>
            <a:ext cx="660116" cy="66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Kết quả hình ảnh cho patient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99" y="3221305"/>
            <a:ext cx="766596" cy="7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Kết quả hình ảnh cho record ic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437" y="2620083"/>
            <a:ext cx="739775" cy="73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31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 descr="Kết quả hình ảnh cho client ico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73" y="4049997"/>
            <a:ext cx="1512160" cy="16106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Kết quả hình ảnh cho server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641366"/>
            <a:ext cx="3590954" cy="238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Kết quả hình ảnh cho face detection icon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904" y="2059787"/>
            <a:ext cx="1259152" cy="125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Kết quả hình ảnh cho database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54" y="1969648"/>
            <a:ext cx="1439429" cy="143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Kết quả hình ảnh cho database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54" y="4116572"/>
            <a:ext cx="1439429" cy="143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eft-Right Arrow 5"/>
          <p:cNvSpPr/>
          <p:nvPr/>
        </p:nvSpPr>
        <p:spPr>
          <a:xfrm>
            <a:off x="3183942" y="4612994"/>
            <a:ext cx="2117731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/>
          <p:cNvSpPr/>
          <p:nvPr/>
        </p:nvSpPr>
        <p:spPr>
          <a:xfrm>
            <a:off x="7093528" y="2448229"/>
            <a:ext cx="2087418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/>
          <p:cNvSpPr/>
          <p:nvPr/>
        </p:nvSpPr>
        <p:spPr>
          <a:xfrm>
            <a:off x="7093528" y="4593970"/>
            <a:ext cx="2087417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-Down Arrow 6"/>
          <p:cNvSpPr/>
          <p:nvPr/>
        </p:nvSpPr>
        <p:spPr>
          <a:xfrm>
            <a:off x="5884164" y="3409077"/>
            <a:ext cx="484632" cy="66277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4561" y="4116572"/>
            <a:ext cx="1914637" cy="191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Kết quả hình ảnh cho database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980" y="2348139"/>
            <a:ext cx="456739" cy="45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eft-Right Arrow 5"/>
          <p:cNvSpPr/>
          <p:nvPr/>
        </p:nvSpPr>
        <p:spPr>
          <a:xfrm>
            <a:off x="3183942" y="4612994"/>
            <a:ext cx="1844539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/>
          <p:cNvSpPr/>
          <p:nvPr/>
        </p:nvSpPr>
        <p:spPr>
          <a:xfrm>
            <a:off x="7359198" y="2448229"/>
            <a:ext cx="1821748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/>
          <p:cNvSpPr/>
          <p:nvPr/>
        </p:nvSpPr>
        <p:spPr>
          <a:xfrm>
            <a:off x="7359198" y="4593970"/>
            <a:ext cx="1821747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-Down Arrow 6"/>
          <p:cNvSpPr/>
          <p:nvPr/>
        </p:nvSpPr>
        <p:spPr>
          <a:xfrm>
            <a:off x="5884164" y="3409077"/>
            <a:ext cx="484632" cy="66277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Kết quả hình ảnh cho reactjs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44" y="3970824"/>
            <a:ext cx="2596270" cy="183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Kết quả hình ảnh cho openCv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760" y="1874872"/>
            <a:ext cx="1581439" cy="139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Kết quả hình ảnh cho mySql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945" y="1942713"/>
            <a:ext cx="2241795" cy="126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 descr="Kết quả hình ảnh cho mySql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945" y="4205781"/>
            <a:ext cx="2241795" cy="126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3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606" y="1912350"/>
            <a:ext cx="6217747" cy="362030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97855" y="5707649"/>
            <a:ext cx="30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hồ</a:t>
            </a:r>
            <a:r>
              <a:rPr lang="en-US" sz="2400" dirty="0" smtClean="0"/>
              <a:t> </a:t>
            </a:r>
            <a:r>
              <a:rPr lang="en-US" sz="2400" dirty="0" err="1" smtClean="0"/>
              <a:t>sơ</a:t>
            </a:r>
            <a:r>
              <a:rPr lang="en-US" sz="2400" dirty="0" smtClean="0"/>
              <a:t> </a:t>
            </a:r>
            <a:r>
              <a:rPr lang="en-US" sz="2400" dirty="0" err="1" smtClean="0"/>
              <a:t>bệnh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0980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55865" y="5692403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cuộc</a:t>
            </a:r>
            <a:r>
              <a:rPr lang="en-US" sz="2400" dirty="0" smtClean="0"/>
              <a:t> </a:t>
            </a:r>
            <a:r>
              <a:rPr lang="en-US" sz="2400" dirty="0" err="1" smtClean="0"/>
              <a:t>hẹn</a:t>
            </a:r>
            <a:endParaRPr lang="en-US" sz="2400" dirty="0"/>
          </a:p>
        </p:txBody>
      </p:sp>
      <p:pic>
        <p:nvPicPr>
          <p:cNvPr id="5" name="Picture 4" descr="D:\Github\Final-project\Doc\Diagram\Usecase\Appointment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871" y="1900819"/>
            <a:ext cx="5306695" cy="36281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504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62110" y="5707648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thuốc</a:t>
            </a:r>
            <a:endParaRPr lang="en-US" sz="2400" dirty="0"/>
          </a:p>
        </p:txBody>
      </p:sp>
      <p:pic>
        <p:nvPicPr>
          <p:cNvPr id="5" name="Picture 4" descr="D:\Github\Final-project\Doc\Diagram\Usecase\Medication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319" y="1839127"/>
            <a:ext cx="5444317" cy="376675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2967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223" y="2107912"/>
            <a:ext cx="2333625" cy="36766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2" descr="Kết quả hình ảnh cho reactj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387" y="2186033"/>
            <a:ext cx="1292095" cy="91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21446" y="3547248"/>
            <a:ext cx="797978" cy="79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82327" y="2411471"/>
            <a:ext cx="1375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Giao</a:t>
            </a:r>
            <a:r>
              <a:rPr lang="en-US" sz="2400" dirty="0" smtClean="0"/>
              <a:t> </a:t>
            </a:r>
            <a:r>
              <a:rPr lang="en-US" sz="2400" dirty="0" err="1" smtClean="0"/>
              <a:t>diện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382327" y="3715404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Nghiệp</a:t>
            </a:r>
            <a:r>
              <a:rPr lang="en-US" sz="2400" dirty="0" smtClean="0"/>
              <a:t> </a:t>
            </a:r>
            <a:r>
              <a:rPr lang="en-US" sz="2400" dirty="0" err="1" smtClean="0"/>
              <a:t>vụ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82327" y="4788504"/>
            <a:ext cx="2275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xuất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1276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207" y="1916921"/>
            <a:ext cx="6646545" cy="31349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97855" y="5231477"/>
            <a:ext cx="30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hồ</a:t>
            </a:r>
            <a:r>
              <a:rPr lang="en-US" sz="2400" dirty="0" smtClean="0"/>
              <a:t> </a:t>
            </a:r>
            <a:r>
              <a:rPr lang="en-US" sz="2400" dirty="0" err="1" smtClean="0"/>
              <a:t>sơ</a:t>
            </a:r>
            <a:r>
              <a:rPr lang="en-US" sz="2400" dirty="0" smtClean="0"/>
              <a:t> </a:t>
            </a:r>
            <a:r>
              <a:rPr lang="en-US" sz="2400" dirty="0" err="1" smtClean="0"/>
              <a:t>bệnh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157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kiến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97854" y="5508568"/>
            <a:ext cx="30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hồ</a:t>
            </a:r>
            <a:r>
              <a:rPr lang="en-US" sz="2400" dirty="0" smtClean="0"/>
              <a:t> </a:t>
            </a:r>
            <a:r>
              <a:rPr lang="en-US" sz="2400" dirty="0" err="1" smtClean="0"/>
              <a:t>sơ</a:t>
            </a:r>
            <a:r>
              <a:rPr lang="en-US" sz="2400" dirty="0" smtClean="0"/>
              <a:t> </a:t>
            </a:r>
            <a:r>
              <a:rPr lang="en-US" sz="2400" dirty="0" err="1" smtClean="0"/>
              <a:t>bệnh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629" y="1893845"/>
            <a:ext cx="3995696" cy="34582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6731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30363" y="5933516"/>
            <a:ext cx="1617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Biểu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endParaRPr lang="en-US" sz="2400" dirty="0"/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884512"/>
            <a:ext cx="6630094" cy="413268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042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99429" y="5749963"/>
            <a:ext cx="1835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sở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109" y="1920913"/>
            <a:ext cx="47244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2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endParaRPr lang="en-US" dirty="0"/>
          </a:p>
        </p:txBody>
      </p:sp>
      <p:pic>
        <p:nvPicPr>
          <p:cNvPr id="4" name="Picture 3" descr="https://lh3.googleusercontent.com/aCz-KRr4QHPPr5B41hsMHWni4SxywtlyVS7MSii-x5WIXw4fp0uumXu2s_PrkgOjwsRMClcHFtqwLPZNp4g0w5Ti7rvM5iu9fRq7s5b8bw9utCSz-8PKQD3Q-wqxsN5ohOb4cp1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55" y="1884218"/>
            <a:ext cx="8981049" cy="42487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8555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8836" y="2963334"/>
            <a:ext cx="10555317" cy="1100666"/>
          </a:xfrm>
        </p:spPr>
        <p:txBody>
          <a:bodyPr>
            <a:noAutofit/>
          </a:bodyPr>
          <a:lstStyle/>
          <a:p>
            <a:pPr algn="ctr"/>
            <a:r>
              <a:rPr lang="en-US" sz="9000" b="1" dirty="0" smtClean="0">
                <a:solidFill>
                  <a:srgbClr val="BD582C"/>
                </a:solidFill>
              </a:rPr>
              <a:t>Thanks </a:t>
            </a:r>
            <a:r>
              <a:rPr lang="en-US" sz="9000" b="1" dirty="0">
                <a:solidFill>
                  <a:srgbClr val="BD582C"/>
                </a:solidFill>
              </a:rPr>
              <a:t>for Listening		</a:t>
            </a:r>
          </a:p>
        </p:txBody>
      </p:sp>
    </p:spTree>
    <p:extLst>
      <p:ext uri="{BB962C8B-B14F-4D97-AF65-F5344CB8AC3E}">
        <p14:creationId xmlns:p14="http://schemas.microsoft.com/office/powerpoint/2010/main" val="19543025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</TotalTime>
  <Words>303</Words>
  <Application>Microsoft Office PowerPoint</Application>
  <PresentationFormat>Widescreen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Retrospect</vt:lpstr>
      <vt:lpstr>Báo cáo đồ án tốt nghiệp</vt:lpstr>
      <vt:lpstr>1. Thực trạng và bài toán</vt:lpstr>
      <vt:lpstr>1. Thực trạng và bài toán</vt:lpstr>
      <vt:lpstr>1. Thực trạng và bài toán</vt:lpstr>
      <vt:lpstr>1. Thực trạng và bài toán</vt:lpstr>
      <vt:lpstr>1. Thực trạng và bài toán</vt:lpstr>
      <vt:lpstr>2. Công nghệ sử dụng </vt:lpstr>
      <vt:lpstr>2. Công nghệ sử dụng </vt:lpstr>
      <vt:lpstr>3. Phân tích yêu cầu </vt:lpstr>
      <vt:lpstr>3. Phân tích yêu cầu </vt:lpstr>
      <vt:lpstr>3. Phân tích yêu cầu </vt:lpstr>
      <vt:lpstr>4. Phân tích kiến trúc</vt:lpstr>
      <vt:lpstr>4. Phân tích kiến trúc </vt:lpstr>
      <vt:lpstr>4. Phân tích kiến trúc </vt:lpstr>
      <vt:lpstr>4. Phân tích chi tiết</vt:lpstr>
      <vt:lpstr>4. Phân tích chi tiết</vt:lpstr>
      <vt:lpstr>5. Mở rộng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tốt nghiệp</dc:title>
  <dc:creator>Vu Le Hoang</dc:creator>
  <cp:lastModifiedBy>Vu Le Hoang</cp:lastModifiedBy>
  <cp:revision>11</cp:revision>
  <dcterms:created xsi:type="dcterms:W3CDTF">2020-03-22T15:33:40Z</dcterms:created>
  <dcterms:modified xsi:type="dcterms:W3CDTF">2020-03-22T17:11:19Z</dcterms:modified>
</cp:coreProperties>
</file>